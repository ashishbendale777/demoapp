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261" r:id="rId3"/>
    <p:sldId id="266" r:id="rId4"/>
    <p:sldId id="268" r:id="rId5"/>
    <p:sldId id="269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B66359-3B9F-4EBB-83CB-1978658ABCBA}">
          <p14:sldIdLst>
            <p14:sldId id="259"/>
            <p14:sldId id="261"/>
            <p14:sldId id="266"/>
            <p14:sldId id="268"/>
            <p14:sldId id="269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273" y="1262268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Food Delivery Web 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By Ashish Ulhas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Bendale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ECE6-809F-48FF-A4BF-7D10994E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1305"/>
            <a:ext cx="10353762" cy="1257300"/>
          </a:xfrm>
        </p:spPr>
        <p:txBody>
          <a:bodyPr/>
          <a:lstStyle/>
          <a:p>
            <a:pPr marL="36900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Identify the Users and their Roles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EC5CF1-8DE1-4105-94FF-C6103A21A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339" y="1726096"/>
            <a:ext cx="8946541" cy="4800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Admin (Hotel Owner):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Add Dishes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View/Update Dishes Data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View Customer’s Data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View Customer’s Orders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Customer: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Login/Register on Website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View/Search Dishes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Make/View Orders information </a:t>
            </a:r>
          </a:p>
        </p:txBody>
      </p:sp>
    </p:spTree>
    <p:extLst>
      <p:ext uri="{BB962C8B-B14F-4D97-AF65-F5344CB8AC3E}">
        <p14:creationId xmlns:p14="http://schemas.microsoft.com/office/powerpoint/2010/main" val="338972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ECE6-809F-48FF-A4BF-7D10994E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1305"/>
            <a:ext cx="10353762" cy="1257300"/>
          </a:xfrm>
        </p:spPr>
        <p:txBody>
          <a:bodyPr/>
          <a:lstStyle/>
          <a:p>
            <a:pPr marL="36900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Define Entities and Design Database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EC5CF1-8DE1-4105-94FF-C6103A21A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339" y="1726096"/>
            <a:ext cx="8946541" cy="480059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Customer: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CustID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INT PRIMARYKEY AUTO_INCREMENT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FullName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VARCHAR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MobileNo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VARCHAR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Address TEXT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City VARCHAR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Password VARCHAR</a:t>
            </a:r>
          </a:p>
        </p:txBody>
      </p:sp>
    </p:spTree>
    <p:extLst>
      <p:ext uri="{BB962C8B-B14F-4D97-AF65-F5344CB8AC3E}">
        <p14:creationId xmlns:p14="http://schemas.microsoft.com/office/powerpoint/2010/main" val="3863957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ECE6-809F-48FF-A4BF-7D10994E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1305"/>
            <a:ext cx="10353762" cy="1257300"/>
          </a:xfrm>
        </p:spPr>
        <p:txBody>
          <a:bodyPr/>
          <a:lstStyle/>
          <a:p>
            <a:pPr marL="36900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Define Entities and Design Database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EC5CF1-8DE1-4105-94FF-C6103A21A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339" y="1726096"/>
            <a:ext cx="8946541" cy="4800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2. Dish: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Dish_ID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INT PRIMARYKEY AUTO_INCREMENT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VARCHAR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DishType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VARCHAR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DishCategory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TEXT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DishPrice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FLOAT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DishImage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324721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ECE6-809F-48FF-A4BF-7D10994E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1305"/>
            <a:ext cx="10353762" cy="1257300"/>
          </a:xfrm>
        </p:spPr>
        <p:txBody>
          <a:bodyPr/>
          <a:lstStyle/>
          <a:p>
            <a:pPr marL="36900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Define Entities and Design Database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EC5CF1-8DE1-4105-94FF-C6103A21A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339" y="1726096"/>
            <a:ext cx="8946541" cy="4800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3. Orders: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Order_ID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INT PRIMARYKEY AUTO_INCREMENT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OrderDate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DATE	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DishName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VARCHAR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DishType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VARCHAR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DishCategory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TEXT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DishPrice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FLOAT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DishQty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INT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CustID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INT FOREIGN KEY</a:t>
            </a:r>
          </a:p>
        </p:txBody>
      </p:sp>
    </p:spTree>
    <p:extLst>
      <p:ext uri="{BB962C8B-B14F-4D97-AF65-F5344CB8AC3E}">
        <p14:creationId xmlns:p14="http://schemas.microsoft.com/office/powerpoint/2010/main" val="86310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AB47-E23F-42EE-8F92-148937B1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1" y="1881808"/>
            <a:ext cx="11718131" cy="2794552"/>
          </a:xfrm>
        </p:spPr>
        <p:txBody>
          <a:bodyPr>
            <a:normAutofit/>
          </a:bodyPr>
          <a:lstStyle/>
          <a:p>
            <a:r>
              <a:rPr lang="en-US" sz="880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915521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161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Goudy Old Style</vt:lpstr>
      <vt:lpstr>Trebuchet MS</vt:lpstr>
      <vt:lpstr>Wingdings 2</vt:lpstr>
      <vt:lpstr>SlateVTI</vt:lpstr>
      <vt:lpstr>Food Delivery Web Site</vt:lpstr>
      <vt:lpstr>Identify the Users and their Roles</vt:lpstr>
      <vt:lpstr>Define Entities and Design Database</vt:lpstr>
      <vt:lpstr>Define Entities and Design Database</vt:lpstr>
      <vt:lpstr>Define Entities and Design Database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2023-01-09T08:34:14Z</dcterms:created>
  <dcterms:modified xsi:type="dcterms:W3CDTF">2023-08-25T03:38:54Z</dcterms:modified>
</cp:coreProperties>
</file>